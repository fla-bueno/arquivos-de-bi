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6858000" cy="9144000"/>
  <p:embeddedFontLst>
    <p:embeddedFont>
      <p:font typeface="Montserrat Ultra-Bold" charset="1" panose="00000900000000000000"/>
      <p:regular r:id="rId10"/>
    </p:embeddedFont>
    <p:embeddedFont>
      <p:font typeface="Montserrat" charset="1" panose="00000500000000000000"/>
      <p:regular r:id="rId11"/>
    </p:embeddedFont>
    <p:embeddedFont>
      <p:font typeface="Montserrat Bold" charset="1" panose="00000800000000000000"/>
      <p:regular r:id="rId12"/>
    </p:embeddedFont>
    <p:embeddedFont>
      <p:font typeface="Montserrat Semi-Bold" charset="1" panose="000007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7822" y="-198160"/>
            <a:ext cx="2135644" cy="11543016"/>
            <a:chOff x="0" y="0"/>
            <a:chExt cx="1085993" cy="5869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5993" cy="5869722"/>
            </a:xfrm>
            <a:custGeom>
              <a:avLst/>
              <a:gdLst/>
              <a:ahLst/>
              <a:cxnLst/>
              <a:rect r="r" b="b" t="t" l="l"/>
              <a:pathLst>
                <a:path h="5869722" w="1085993">
                  <a:moveTo>
                    <a:pt x="0" y="0"/>
                  </a:moveTo>
                  <a:lnTo>
                    <a:pt x="1085993" y="0"/>
                  </a:lnTo>
                  <a:lnTo>
                    <a:pt x="1085993" y="5869722"/>
                  </a:lnTo>
                  <a:lnTo>
                    <a:pt x="0" y="5869722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85993" cy="5879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672997" y="1631912"/>
            <a:ext cx="5512126" cy="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62472" y="4369490"/>
            <a:ext cx="4970330" cy="162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2"/>
              </a:lnSpc>
            </a:pPr>
            <a:r>
              <a:rPr lang="en-US" sz="6089" spc="-280" b="true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Proposta</a:t>
            </a:r>
          </a:p>
          <a:p>
            <a:pPr algn="l">
              <a:lnSpc>
                <a:spcPts val="6332"/>
              </a:lnSpc>
            </a:pPr>
            <a:r>
              <a:rPr lang="en-US" sz="6089" spc="-280" b="true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 Projeto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147636" y="426657"/>
            <a:ext cx="2850039" cy="1062380"/>
          </a:xfrm>
          <a:custGeom>
            <a:avLst/>
            <a:gdLst/>
            <a:ahLst/>
            <a:cxnLst/>
            <a:rect r="r" b="b" t="t" l="l"/>
            <a:pathLst>
              <a:path h="1062380" w="2850039">
                <a:moveTo>
                  <a:pt x="0" y="0"/>
                </a:moveTo>
                <a:lnTo>
                  <a:pt x="2850040" y="0"/>
                </a:lnTo>
                <a:lnTo>
                  <a:pt x="2850040" y="1062380"/>
                </a:lnTo>
                <a:lnTo>
                  <a:pt x="0" y="106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43" y="9268184"/>
            <a:ext cx="8290637" cy="1653387"/>
            <a:chOff x="0" y="0"/>
            <a:chExt cx="4215860" cy="8407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5860" cy="840761"/>
            </a:xfrm>
            <a:custGeom>
              <a:avLst/>
              <a:gdLst/>
              <a:ahLst/>
              <a:cxnLst/>
              <a:rect r="r" b="b" t="t" l="l"/>
              <a:pathLst>
                <a:path h="840761" w="4215860">
                  <a:moveTo>
                    <a:pt x="0" y="0"/>
                  </a:moveTo>
                  <a:lnTo>
                    <a:pt x="4215860" y="0"/>
                  </a:lnTo>
                  <a:lnTo>
                    <a:pt x="4215860" y="840761"/>
                  </a:lnTo>
                  <a:lnTo>
                    <a:pt x="0" y="84076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215860" cy="850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5924" y="1799813"/>
            <a:ext cx="6048076" cy="159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Desc</a:t>
            </a: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reva com suas palavras o que você espera ver no BI e qual problema ou decisão ele irá ajudar a resolver.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</a:p>
          <a:p>
            <a:pPr algn="l">
              <a:lnSpc>
                <a:spcPts val="1819"/>
              </a:lnSpc>
              <a:spcBef>
                <a:spcPct val="0"/>
              </a:spcBef>
            </a:pP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Exemplo: “Quero acompanhar os indicadores de produtividade do time comercial para tomar decisões sobre metas mensais.”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56000" y="727425"/>
            <a:ext cx="5332772" cy="26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7"/>
              </a:lnSpc>
              <a:spcBef>
                <a:spcPct val="0"/>
              </a:spcBef>
            </a:pPr>
            <a:r>
              <a:rPr lang="en-US" b="true" sz="1569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🧩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 d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569" strike="noStrike" u="non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258" y="5013795"/>
            <a:ext cx="6048000" cy="27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te os pr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ais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s,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análise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qu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dese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ja vi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izar.</a:t>
            </a:r>
          </a:p>
          <a:p>
            <a:pPr algn="l">
              <a:lnSpc>
                <a:spcPts val="1819"/>
              </a:lnSpc>
            </a:pPr>
          </a:p>
          <a:p>
            <a:pPr algn="l">
              <a:lnSpc>
                <a:spcPts val="1819"/>
              </a:lnSpc>
            </a:pP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     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Ex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mplo:</a:t>
            </a:r>
          </a:p>
          <a:p>
            <a:pPr algn="l">
              <a:lnSpc>
                <a:spcPts val="1819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as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mê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</a:p>
          <a:p>
            <a:pPr algn="l">
              <a:lnSpc>
                <a:spcPts val="1819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iente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 ma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volum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</a:p>
          <a:p>
            <a:pPr algn="l">
              <a:lnSpc>
                <a:spcPts val="1819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du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ve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dido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</a:p>
          <a:p>
            <a:pPr algn="l">
              <a:lnSpc>
                <a:spcPts val="1819"/>
              </a:lnSpc>
            </a:pP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ari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açã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d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atu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299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l">
              <a:lnSpc>
                <a:spcPts val="18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56000" y="4203486"/>
            <a:ext cx="4475409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🧾 2. Quais Informaçõ</a:t>
            </a: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es o BI deve mostrar?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6218" y="9404810"/>
            <a:ext cx="2850039" cy="1062380"/>
          </a:xfrm>
          <a:custGeom>
            <a:avLst/>
            <a:gdLst/>
            <a:ahLst/>
            <a:cxnLst/>
            <a:rect r="r" b="b" t="t" l="l"/>
            <a:pathLst>
              <a:path h="1062380" w="2850039">
                <a:moveTo>
                  <a:pt x="0" y="0"/>
                </a:moveTo>
                <a:lnTo>
                  <a:pt x="2850040" y="0"/>
                </a:lnTo>
                <a:lnTo>
                  <a:pt x="2850040" y="1062380"/>
                </a:lnTo>
                <a:lnTo>
                  <a:pt x="0" y="106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43" y="9268184"/>
            <a:ext cx="8290637" cy="1653387"/>
            <a:chOff x="0" y="0"/>
            <a:chExt cx="4215860" cy="8407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5860" cy="840761"/>
            </a:xfrm>
            <a:custGeom>
              <a:avLst/>
              <a:gdLst/>
              <a:ahLst/>
              <a:cxnLst/>
              <a:rect r="r" b="b" t="t" l="l"/>
              <a:pathLst>
                <a:path h="840761" w="4215860">
                  <a:moveTo>
                    <a:pt x="0" y="0"/>
                  </a:moveTo>
                  <a:lnTo>
                    <a:pt x="4215860" y="0"/>
                  </a:lnTo>
                  <a:lnTo>
                    <a:pt x="4215860" y="840761"/>
                  </a:lnTo>
                  <a:lnTo>
                    <a:pt x="0" y="84076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215860" cy="850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6076" y="1276659"/>
            <a:ext cx="6048000" cy="118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ata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egi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ã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po de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rod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ons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áv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6076" y="758636"/>
            <a:ext cx="4484039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🔍 3. Quai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 Filtros você gostaria de aplicar?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076" y="2857209"/>
            <a:ext cx="4839943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📂 4. De onde vêm essas informações?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076" y="3374335"/>
            <a:ext cx="6048000" cy="166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ê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gum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si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ste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a? (ERP, CRM, Exc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l, etc.)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Os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dos já es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ã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org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nizados?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Exi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lguma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lh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q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poss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ser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co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mpar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ilhad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  <a:p>
            <a:pPr algn="l">
              <a:lnSpc>
                <a:spcPts val="1946"/>
              </a:lnSpc>
            </a:pPr>
          </a:p>
          <a:p>
            <a:pPr algn="l">
              <a:lnSpc>
                <a:spcPts val="1946"/>
              </a:lnSpc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Envi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rquiv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nks qu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já pos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ui: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Exc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l,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rints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tab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relatórios 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ore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s,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c.</a:t>
            </a:r>
          </a:p>
          <a:p>
            <a:pPr algn="l">
              <a:lnSpc>
                <a:spcPts val="194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56000" y="5628375"/>
            <a:ext cx="6047917" cy="118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946"/>
              </a:lnSpc>
              <a:spcBef>
                <a:spcPct val="0"/>
              </a:spcBef>
            </a:pPr>
            <a:r>
              <a:rPr lang="en-US" sz="139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List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 ou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go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qu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ac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rão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óri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o.</a:t>
            </a:r>
          </a:p>
          <a:p>
            <a:pPr algn="l">
              <a:lnSpc>
                <a:spcPts val="1946"/>
              </a:lnSpc>
              <a:spcBef>
                <a:spcPct val="0"/>
              </a:spcBef>
            </a:pP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Nome </a:t>
            </a:r>
          </a:p>
          <a:p>
            <a:pPr algn="l" marL="300254" indent="-150127" lvl="1">
              <a:lnSpc>
                <a:spcPts val="1946"/>
              </a:lnSpc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go </a:t>
            </a:r>
          </a:p>
          <a:p>
            <a:pPr algn="l" marL="0" indent="0" lvl="1">
              <a:lnSpc>
                <a:spcPts val="1946"/>
              </a:lnSpc>
              <a:spcBef>
                <a:spcPct val="0"/>
              </a:spcBef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6076" y="5216025"/>
            <a:ext cx="3024076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👤 5.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 us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BI?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000" y="7098002"/>
            <a:ext cx="6047842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🧱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6.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mpl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is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ferênc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ia 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(opcion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1390" strike="noStrike" u="none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9919" y="9404810"/>
            <a:ext cx="2850039" cy="1062380"/>
          </a:xfrm>
          <a:custGeom>
            <a:avLst/>
            <a:gdLst/>
            <a:ahLst/>
            <a:cxnLst/>
            <a:rect r="r" b="b" t="t" l="l"/>
            <a:pathLst>
              <a:path h="1062380" w="2850039">
                <a:moveTo>
                  <a:pt x="0" y="0"/>
                </a:moveTo>
                <a:lnTo>
                  <a:pt x="2850040" y="0"/>
                </a:lnTo>
                <a:lnTo>
                  <a:pt x="2850040" y="1062380"/>
                </a:lnTo>
                <a:lnTo>
                  <a:pt x="0" y="106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5924" y="7729427"/>
            <a:ext cx="6047917" cy="46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946"/>
              </a:lnSpc>
              <a:spcBef>
                <a:spcPct val="0"/>
              </a:spcBef>
            </a:pPr>
            <a:r>
              <a:rPr lang="en-US" sz="139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você já viu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lgum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relatório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ainel ou gráfic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p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arecido com o que es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a,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compar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lh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 um print 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 link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como exemplo.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43" y="9268184"/>
            <a:ext cx="8290637" cy="1653387"/>
            <a:chOff x="0" y="0"/>
            <a:chExt cx="4215860" cy="8407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5860" cy="840761"/>
            </a:xfrm>
            <a:custGeom>
              <a:avLst/>
              <a:gdLst/>
              <a:ahLst/>
              <a:cxnLst/>
              <a:rect r="r" b="b" t="t" l="l"/>
              <a:pathLst>
                <a:path h="840761" w="4215860">
                  <a:moveTo>
                    <a:pt x="0" y="0"/>
                  </a:moveTo>
                  <a:lnTo>
                    <a:pt x="4215860" y="0"/>
                  </a:lnTo>
                  <a:lnTo>
                    <a:pt x="4215860" y="840761"/>
                  </a:lnTo>
                  <a:lnTo>
                    <a:pt x="0" y="84076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215860" cy="850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6117" y="806322"/>
            <a:ext cx="4266869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🕐 7. Com que frequência esse BI será usado?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6000" y="1461140"/>
            <a:ext cx="6048000" cy="118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0254" indent="-150127" lvl="1">
              <a:lnSpc>
                <a:spcPts val="1946"/>
              </a:lnSpc>
              <a:spcBef>
                <a:spcPct val="0"/>
              </a:spcBef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iário</a:t>
            </a:r>
          </a:p>
          <a:p>
            <a:pPr algn="l" marL="300254" indent="-150127" lvl="1">
              <a:lnSpc>
                <a:spcPts val="1946"/>
              </a:lnSpc>
              <a:spcBef>
                <a:spcPct val="0"/>
              </a:spcBef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emanal</a:t>
            </a:r>
          </a:p>
          <a:p>
            <a:pPr algn="l" marL="300254" indent="-150127" lvl="1">
              <a:lnSpc>
                <a:spcPts val="1946"/>
              </a:lnSpc>
              <a:spcBef>
                <a:spcPct val="0"/>
              </a:spcBef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</a:p>
          <a:p>
            <a:pPr algn="l" marL="300254" indent="-150127" lvl="1">
              <a:lnSpc>
                <a:spcPts val="1946"/>
              </a:lnSpc>
              <a:spcBef>
                <a:spcPct val="0"/>
              </a:spcBef>
              <a:buFont typeface="Arial"/>
              <a:buChar char="•"/>
            </a:pP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Ev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so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1">
              <a:lnSpc>
                <a:spcPts val="194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27340" y="3686240"/>
            <a:ext cx="6046643" cy="165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  <a:r>
              <a:rPr lang="en-US" sz="13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Existe 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guma reg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negóci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cálculo específico ou de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tal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 importante que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evem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considera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39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29919" y="9404810"/>
            <a:ext cx="2850039" cy="1062380"/>
          </a:xfrm>
          <a:custGeom>
            <a:avLst/>
            <a:gdLst/>
            <a:ahLst/>
            <a:cxnLst/>
            <a:rect r="r" b="b" t="t" l="l"/>
            <a:pathLst>
              <a:path h="1062380" w="2850039">
                <a:moveTo>
                  <a:pt x="0" y="0"/>
                </a:moveTo>
                <a:lnTo>
                  <a:pt x="2850040" y="0"/>
                </a:lnTo>
                <a:lnTo>
                  <a:pt x="2850040" y="1062380"/>
                </a:lnTo>
                <a:lnTo>
                  <a:pt x="0" y="1062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7340" y="2953369"/>
            <a:ext cx="4266869" cy="23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  <a:spcBef>
                <a:spcPct val="0"/>
              </a:spcBef>
            </a:pPr>
            <a:r>
              <a:rPr lang="en-US" b="true" sz="1390">
                <a:solidFill>
                  <a:srgbClr val="54545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📌 8. Observações adicionais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340" y="7331553"/>
            <a:ext cx="6048000" cy="118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  <a:r>
              <a:rPr lang="en-US" b="true" sz="1390" strike="noStrike" u="none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⚠️ Importante: Quanto mais claro for esse preenchimento, mais objetiva será nossa reunião e mais rápido conseguimos entregar o que você precisa. Caso tenha dúvidas ao preencher, pode deixar em branco que conversamos no dia.</a:t>
            </a:r>
          </a:p>
          <a:p>
            <a:pPr algn="just" marL="0" indent="0" lvl="0">
              <a:lnSpc>
                <a:spcPts val="1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DAGuLsPfw0k</dc:identifier>
  <dcterms:modified xsi:type="dcterms:W3CDTF">2011-08-01T06:04:30Z</dcterms:modified>
  <cp:revision>1</cp:revision>
  <dc:title>Documento A4 Proposta de Projeto profissional moderno azul cinza e branco</dc:title>
</cp:coreProperties>
</file>